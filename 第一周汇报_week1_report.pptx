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389120" cy="4389120"/>
          </a:xfrm>
          <a:prstGeom prst="ellipse">
            <a:avLst/>
          </a:prstGeom>
          <a:solidFill>
            <a:srgbClr val="1B304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85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07008" y="6035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迭代记忆固化 · TierMem Pilot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第一周 · 逐项技术汇报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67512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建成的架构 · 跑过的实验设计与结果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内容:①公共记忆 API 架构  ②三种记忆架构条件  ③产物 schema  ④三组实验(设计+结果)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建成的架构 · 代码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公共记忆 API:LinkedViewSystem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4F8FB"/>
          </a:solidFill>
          <a:ln w="15240">
            <a:solidFill>
              <a:srgbClr val="17B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原始写入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13432" y="18745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9736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EAF6F4"/>
          </a:solidFill>
          <a:ln w="15240">
            <a:solidFill>
              <a:srgbClr val="17B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05456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PageStore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24528" y="18745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EAF2FC"/>
          </a:solidFill>
          <a:ln w="15240">
            <a:solidFill>
              <a:srgbClr val="17B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摘要层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6552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SummaryIndex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35624" y="18745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81928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4F8FB"/>
          </a:solidFill>
          <a:ln w="15240">
            <a:solidFill>
              <a:srgbClr val="3E7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迭代固化 Cᴺ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18745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93024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4F8FB"/>
          </a:solidFill>
          <a:ln w="15240">
            <a:solidFill>
              <a:srgbClr val="3E7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 S/R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38744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57816" y="18745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04120" y="160020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F4F8FB"/>
          </a:solidFill>
          <a:ln w="15240">
            <a:solidFill>
              <a:srgbClr val="3E7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1728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答案+证据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4984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2578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关键控制:原始层不可变,Cᴺ 只重写摘要层 → 失败可归因到“固化”而非“证据变化”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14600"/>
                <a:gridCol w="6217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职责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page_store.py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不可变原始分页存储(raw 层),支持关键词/BM25 回捞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summary_index.py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mem0 + Qdrant 向量摘要索引(摘要层),add/search/delete/update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run_consolidation_passes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linked_view_system.py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Cᴺ 迭代固化,逐页重写摘要 + 重建索引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ThinkingLLMRouter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router.py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判摘要是否足够 → 决策 S(摘要答)/ R(回原文研究)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observe() / answer()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linked_view_system.py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写入路径(分页+入库)/ 读取路径(检索+路由+生成)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三种记忆架构 · 对照条件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答题时“看什么”的三条对照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summary-only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route_mode = summary_only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答题看什么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只看压缩摘要作答(强制走 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 PDF 架构: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summary-only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最省,但摘要有损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92808"/>
            <a:ext cx="457200" cy="457200"/>
          </a:xfrm>
          <a:prstGeom prst="ellipse">
            <a:avLst/>
          </a:prstGeom>
          <a:solidFill>
            <a:srgbClr val="3E7BD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escalation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route_mode = research_only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答题看什么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回原始页 + 迭代研究循环(强制走 R)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 PDF 架构: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raw-only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772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最忠实,但最贵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1892808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门控 escalation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route_mode = auto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答题看什么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摘要够就用摘要,不够回原文(路由 S/R)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 PDF 架构: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+ raw escalation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平衡,对齐 TierMem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产物 SCHEMA · 可复现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每道题的完整可追溯记录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write.jsonl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每次写入/固化记忆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10896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raw_input_text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写入的原文/摘要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cost_metrics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/ api_calls / latency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storage_stats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/ page_id / 固化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qa.jsonl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258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每道题的问答全过程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2651760"/>
            <a:ext cx="310896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788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/ ground_truth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/ 标准答案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model_response / score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模型答案 / 得分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mechanism_trace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route(S/R) / 检索命中 / 证据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38100" dir="5400000">
              <a:srgbClr val="5A6B7A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summary.json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258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整轮汇总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2651760"/>
            <a:ext cx="310896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788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/ bleu1 / exact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cost_summary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qa / overall 成本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route_counts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S/R 路由分布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实验一 · 路由 × 深度 SANITY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LoCoMo:S vs R,N={0,1,2}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1847088"/>
          </a:xfrm>
          <a:prstGeom prst="roundRect">
            <a:avLst>
              <a:gd name="adj" fmla="val 2970"/>
            </a:avLst>
          </a:prstGeom>
          <a:solidFill>
            <a:srgbClr val="F4F8FB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LoCoMo(非 synthetic)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路由 × 3 深度 = 6 条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session × 3 QA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565 API calls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gpt-4.1-mini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结果(exact_match):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05740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summary_only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7B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research_only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7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7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7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3977640"/>
            <a:ext cx="6675120" cy="1920240"/>
          </a:xfrm>
          <a:prstGeom prst="roundRect">
            <a:avLst>
              <a:gd name="adj" fmla="val 3333"/>
            </a:avLst>
          </a:prstGeom>
          <a:solidFill>
            <a:srgbClr val="0F2033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66360" y="448056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D5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R(回原文)明显强于 S(摘要):0.667 vs 0.333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D5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N 在这 3 QA 上无变化 —— 但 3 QA 是抽样,不可信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结论:需扩样本验证(→ 实验二)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实验二 · 规模化 + 指标修正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扩样本后:倒 U 消失,指标要换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summary_only × N,qa-limit 从 3 → 30 → 100: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  <a:gridCol w="155448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 / 指标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读法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QA (1 sess) · exact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抽样运气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QA (1 sess) · F1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疑似倒 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 QA (5 sess) · F1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倒 U 消失,近平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 w="16510">
            <a:solidFill>
              <a:srgbClr val="D953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4873752"/>
            <a:ext cx="402336" cy="40233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600" y="4873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exact_match 会骗人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3675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开放题上把语义正确的答案判 0,动态范围几乎为零 → 主指标改用 F1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61772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 w="16510">
            <a:solidFill>
              <a:srgbClr val="D98A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4873752"/>
            <a:ext cx="402336" cy="40233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3" name="Text 10"/>
          <p:cNvSpPr/>
          <p:nvPr/>
        </p:nvSpPr>
        <p:spPr>
          <a:xfrm>
            <a:off x="642823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95160" y="4873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micro-slice 会骗人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53675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QA 的“倒 U”在 100 QA 消失(是噪声)→ 任何结论需 ≥100 QA 复核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实验三 · 幻觉轴首跑(进入 E1)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HaluMem:失败模式 × 深度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60520" cy="1847088"/>
          </a:xfrm>
          <a:prstGeom prst="roundRect">
            <a:avLst>
              <a:gd name="adj" fmla="val 2970"/>
            </a:avLst>
          </a:prstGeom>
          <a:solidFill>
            <a:srgbClr val="F4F8FB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HaluMem-Medium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summary_only,N∈{0,1,2,4}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session × 15 QA × 4 档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158→485 calls · 70→932s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评判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 · 4 类失败模式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结果(relaxed LLM judge):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057400"/>
          <a:ext cx="6675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编造(UF)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遗忘(AF)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B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B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B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53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4480560"/>
            <a:ext cx="6675120" cy="1463040"/>
          </a:xfrm>
          <a:prstGeom prst="roundRect">
            <a:avLst>
              <a:gd name="adj" fmla="val 4375"/>
            </a:avLst>
          </a:prstGeom>
          <a:solidFill>
            <a:srgbClr val="0F2033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发现:consolidation 深度“重新分配”失败模式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66360" y="50292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降噪:无依据编造 0.33 → 0.17;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N≥2:编造不回来,但遗忘爬升 0.33 → 0.56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对照 PDF 交付物 · 时间线与交付物一节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 4 项里,哪些是 Week 1 要的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PDF「修订的时间线与交付物」一节列的是“最终交付物”(Week 6 完成)。下表标出各项是否落在 Week 1 范围内: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011680"/>
                <a:gridCol w="4754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交付物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是否 Week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 / 所属阶段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TierMem adapter 代码库 + benchmark loader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B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是(核心)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 = fork + 公共 API + LoCoMo/HaluMem loader,全在本周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per-item JSONL 产物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B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是(schema)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 明确含“artifact schema finalized”;全量产物逐周累积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汇总 + bootstrap CI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7A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属 Week 6 统计/出图;现仅有 md/json,缺 CSV+CI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达到 25% 降低线的防御(弃权门)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8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否(超前)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防御消融属 Week 3–4 / E4,已超前拿到 pilot 结果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AF6F4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17B3A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5285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真正要求(PDF 时间线表格 · Week 1 行):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fork TierMem + 公共记忆 API + 三种架构跑通 + 产物 schema 定稿 ——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四项全部完成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023360" cy="4023360"/>
          </a:xfrm>
          <a:prstGeom prst="ellipse">
            <a:avLst/>
          </a:prstGeom>
          <a:solidFill>
            <a:srgbClr val="1B30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建成了什么、验证了什么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3703320"/>
          </a:xfrm>
          <a:prstGeom prst="roundRect">
            <a:avLst>
              <a:gd name="adj" fmla="val 2000"/>
            </a:avLst>
          </a:prstGeom>
          <a:solidFill>
            <a:srgbClr val="0F20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建成(代码)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TierMem fork + 公共记忆 API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LinkedViewSystem,5 个核心模块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三条对照架构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/ research / auto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产物 schema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qa / summary 三件套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57600" cy="3703320"/>
          </a:xfrm>
          <a:prstGeom prst="roundRect">
            <a:avLst>
              <a:gd name="adj" fmla="val 2000"/>
            </a:avLst>
          </a:prstGeom>
          <a:solidFill>
            <a:srgbClr val="0F2033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跑通(实验)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4688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LoCoMo 路由×深度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R&gt;S;3→30→100 QA 规模化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HaluMem 幻觉轴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类失败模式 × N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 synthetic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 Week 1 要求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657600" cy="3703320"/>
          </a:xfrm>
          <a:prstGeom prst="roundRect">
            <a:avLst>
              <a:gd name="adj" fmla="val 2000"/>
            </a:avLst>
          </a:prstGeom>
          <a:solidFill>
            <a:srgbClr val="0F203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确立(方法)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0" y="24688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主指标 F1(弃 exact)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开放题上 exact 失真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 QA 才可信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micro-slice 会骗人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类失败模式 judge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可归因失败类型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7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首个信号:consolidation 深度改变失败画像(N=1 降噪 → N≥2 迁移)—— 已过 PDF stop/go 继续线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14455" y="6400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第一周技术汇报</dc:title>
  <dc:subject>PptxGenJS Presentation</dc:subject>
  <dc:creator>PptxGenJS</dc:creator>
  <cp:lastModifiedBy>PptxGenJS</cp:lastModifiedBy>
  <cp:revision>1</cp:revision>
  <dcterms:created xsi:type="dcterms:W3CDTF">2026-07-01T20:59:03Z</dcterms:created>
  <dcterms:modified xsi:type="dcterms:W3CDTF">2026-07-01T20:59:03Z</dcterms:modified>
</cp:coreProperties>
</file>